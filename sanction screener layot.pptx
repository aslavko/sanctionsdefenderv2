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sl-S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diapozi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A610E40-B20F-8201-5A92-7AEEA977EF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4FE687C7-87E5-F3A5-F0CF-E371C6D0E9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l-SI"/>
              <a:t>Kliknite, če želite urediti slog podnaslova matrice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8B519667-1418-2EBC-B271-E922FCF78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A18C-5BDF-4B3C-BBD0-B2BEAF2FE83B}" type="datetimeFigureOut">
              <a:rPr lang="sl-SI" smtClean="0"/>
              <a:t>24. 11. 2025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DABA4B20-48D6-7126-32B6-C8D677C2F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D7903D20-E6FB-45D8-ABD6-F31E98E66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1BAD5-D9EE-478A-957F-3456C7EA66B1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655997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n vseb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3292EDA-CD88-FAB3-F8B0-9CC69BE11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185F2A33-6CC1-24CE-64AD-A8FB83821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D0E8CFA3-D481-4A37-B1B8-408BAE606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A18C-5BDF-4B3C-BBD0-B2BEAF2FE83B}" type="datetimeFigureOut">
              <a:rPr lang="sl-SI" smtClean="0"/>
              <a:t>24. 11. 2025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A8B929CD-6B23-AFB4-A6D0-9C969E8CB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CA8A7677-77EF-7908-4FE3-8D86EE2E9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1BAD5-D9EE-478A-957F-3456C7EA66B1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26579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Glava ods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5C90CC3-D5C1-B624-FDDF-636CC5A40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B42B6769-7C4E-C5B1-99EE-05749BAC84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3ACD55C3-2024-84A8-C0F3-08EBA9A01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A18C-5BDF-4B3C-BBD0-B2BEAF2FE83B}" type="datetimeFigureOut">
              <a:rPr lang="sl-SI" smtClean="0"/>
              <a:t>24. 11. 2025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238F2B14-A192-5A71-C708-6FC388FE5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620F242A-E648-CD47-907F-5E5289B8A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1BAD5-D9EE-478A-957F-3456C7EA66B1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262354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e vseb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6296170A-0575-DD34-4857-3367DC096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AA9EE99D-DDD8-AC36-3889-F32991D9BF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vsebine 3">
            <a:extLst>
              <a:ext uri="{FF2B5EF4-FFF2-40B4-BE49-F238E27FC236}">
                <a16:creationId xmlns:a16="http://schemas.microsoft.com/office/drawing/2014/main" id="{F4B3715D-17D6-C910-FF8E-A8134CF550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5" name="Označba mesta datuma 4">
            <a:extLst>
              <a:ext uri="{FF2B5EF4-FFF2-40B4-BE49-F238E27FC236}">
                <a16:creationId xmlns:a16="http://schemas.microsoft.com/office/drawing/2014/main" id="{792383A8-2ED8-F801-D112-16DA5012C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A18C-5BDF-4B3C-BBD0-B2BEAF2FE83B}" type="datetimeFigureOut">
              <a:rPr lang="sl-SI" smtClean="0"/>
              <a:t>24. 11. 2025</a:t>
            </a:fld>
            <a:endParaRPr lang="sl-SI"/>
          </a:p>
        </p:txBody>
      </p:sp>
      <p:sp>
        <p:nvSpPr>
          <p:cNvPr id="6" name="Označba mesta noge 5">
            <a:extLst>
              <a:ext uri="{FF2B5EF4-FFF2-40B4-BE49-F238E27FC236}">
                <a16:creationId xmlns:a16="http://schemas.microsoft.com/office/drawing/2014/main" id="{0F31C053-D968-1C83-F3F9-0C5F48DB3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Označba mesta številke diapozitiva 6">
            <a:extLst>
              <a:ext uri="{FF2B5EF4-FFF2-40B4-BE49-F238E27FC236}">
                <a16:creationId xmlns:a16="http://schemas.microsoft.com/office/drawing/2014/main" id="{2D11FE54-1AA9-859B-7C5B-B6033ED02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1BAD5-D9EE-478A-957F-3456C7EA66B1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912169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rimerja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753A66D-1CC0-560A-27A9-BA0F749F9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144F1AA3-7AE1-AEFE-FB34-9ADC369E96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Označba mesta vsebine 3">
            <a:extLst>
              <a:ext uri="{FF2B5EF4-FFF2-40B4-BE49-F238E27FC236}">
                <a16:creationId xmlns:a16="http://schemas.microsoft.com/office/drawing/2014/main" id="{114D25A0-1C8F-3759-54D0-F13F3BE53B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5" name="Označba mesta besedila 4">
            <a:extLst>
              <a:ext uri="{FF2B5EF4-FFF2-40B4-BE49-F238E27FC236}">
                <a16:creationId xmlns:a16="http://schemas.microsoft.com/office/drawing/2014/main" id="{556AE6A6-E409-50EC-AF82-E40BE69980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6" name="Označba mesta vsebine 5">
            <a:extLst>
              <a:ext uri="{FF2B5EF4-FFF2-40B4-BE49-F238E27FC236}">
                <a16:creationId xmlns:a16="http://schemas.microsoft.com/office/drawing/2014/main" id="{96A13682-C33E-A0BE-E580-C450D18769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7" name="Označba mesta datuma 6">
            <a:extLst>
              <a:ext uri="{FF2B5EF4-FFF2-40B4-BE49-F238E27FC236}">
                <a16:creationId xmlns:a16="http://schemas.microsoft.com/office/drawing/2014/main" id="{FC397DE4-26A3-32ED-49CF-BC050056B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A18C-5BDF-4B3C-BBD0-B2BEAF2FE83B}" type="datetimeFigureOut">
              <a:rPr lang="sl-SI" smtClean="0"/>
              <a:t>24. 11. 2025</a:t>
            </a:fld>
            <a:endParaRPr lang="sl-SI"/>
          </a:p>
        </p:txBody>
      </p:sp>
      <p:sp>
        <p:nvSpPr>
          <p:cNvPr id="8" name="Označba mesta noge 7">
            <a:extLst>
              <a:ext uri="{FF2B5EF4-FFF2-40B4-BE49-F238E27FC236}">
                <a16:creationId xmlns:a16="http://schemas.microsoft.com/office/drawing/2014/main" id="{474FFD06-2F0D-28A3-5061-94D9B5A50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9" name="Označba mesta številke diapozitiva 8">
            <a:extLst>
              <a:ext uri="{FF2B5EF4-FFF2-40B4-BE49-F238E27FC236}">
                <a16:creationId xmlns:a16="http://schemas.microsoft.com/office/drawing/2014/main" id="{AF2897A2-0809-931F-6B03-C5AC1E5FA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1BAD5-D9EE-478A-957F-3456C7EA66B1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112446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CF127BE-6EFE-7829-EAD9-2227193BD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datuma 2">
            <a:extLst>
              <a:ext uri="{FF2B5EF4-FFF2-40B4-BE49-F238E27FC236}">
                <a16:creationId xmlns:a16="http://schemas.microsoft.com/office/drawing/2014/main" id="{15060BE9-BE44-F959-B9FD-C6AB13187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A18C-5BDF-4B3C-BBD0-B2BEAF2FE83B}" type="datetimeFigureOut">
              <a:rPr lang="sl-SI" smtClean="0"/>
              <a:t>24. 11. 2025</a:t>
            </a:fld>
            <a:endParaRPr lang="sl-SI"/>
          </a:p>
        </p:txBody>
      </p: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E2C9F03A-E437-526A-6734-D81A988BF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7B05419C-8254-1FFA-D810-B7E947844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1BAD5-D9EE-478A-957F-3456C7EA66B1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452698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datuma 1">
            <a:extLst>
              <a:ext uri="{FF2B5EF4-FFF2-40B4-BE49-F238E27FC236}">
                <a16:creationId xmlns:a16="http://schemas.microsoft.com/office/drawing/2014/main" id="{C611C92D-3E8B-E639-88F0-BD32D86B1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A18C-5BDF-4B3C-BBD0-B2BEAF2FE83B}" type="datetimeFigureOut">
              <a:rPr lang="sl-SI" smtClean="0"/>
              <a:t>24. 11. 2025</a:t>
            </a:fld>
            <a:endParaRPr lang="sl-SI"/>
          </a:p>
        </p:txBody>
      </p:sp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B83CB62A-A7B7-CE6C-5025-55E01D1DB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203D2C6C-325B-78DA-6FBF-2DAD30872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1BAD5-D9EE-478A-957F-3456C7EA66B1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692294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Vsebina z naslov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9E4F15B-9B45-177F-82B2-91030865E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A9246F56-553B-F099-CD46-158795A9CD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besedila 3">
            <a:extLst>
              <a:ext uri="{FF2B5EF4-FFF2-40B4-BE49-F238E27FC236}">
                <a16:creationId xmlns:a16="http://schemas.microsoft.com/office/drawing/2014/main" id="{168FB793-6094-2B21-EB6D-50E4BEECC9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Označba mesta datuma 4">
            <a:extLst>
              <a:ext uri="{FF2B5EF4-FFF2-40B4-BE49-F238E27FC236}">
                <a16:creationId xmlns:a16="http://schemas.microsoft.com/office/drawing/2014/main" id="{0A746F69-CBFA-F3E3-C24C-D5BC17C9A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A18C-5BDF-4B3C-BBD0-B2BEAF2FE83B}" type="datetimeFigureOut">
              <a:rPr lang="sl-SI" smtClean="0"/>
              <a:t>24. 11. 2025</a:t>
            </a:fld>
            <a:endParaRPr lang="sl-SI"/>
          </a:p>
        </p:txBody>
      </p:sp>
      <p:sp>
        <p:nvSpPr>
          <p:cNvPr id="6" name="Označba mesta noge 5">
            <a:extLst>
              <a:ext uri="{FF2B5EF4-FFF2-40B4-BE49-F238E27FC236}">
                <a16:creationId xmlns:a16="http://schemas.microsoft.com/office/drawing/2014/main" id="{8EB351C7-6A82-5330-9D7C-7D5DCEC99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Označba mesta številke diapozitiva 6">
            <a:extLst>
              <a:ext uri="{FF2B5EF4-FFF2-40B4-BE49-F238E27FC236}">
                <a16:creationId xmlns:a16="http://schemas.microsoft.com/office/drawing/2014/main" id="{151F57E2-A920-0EE3-A964-ADF008D7F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1BAD5-D9EE-478A-957F-3456C7EA66B1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387212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Naslov in sli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EBD2F32-1014-48A1-37B5-C5A48A7A8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slike 2">
            <a:extLst>
              <a:ext uri="{FF2B5EF4-FFF2-40B4-BE49-F238E27FC236}">
                <a16:creationId xmlns:a16="http://schemas.microsoft.com/office/drawing/2014/main" id="{0694E541-C092-7747-1F65-A54B976BD3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l-SI"/>
          </a:p>
        </p:txBody>
      </p:sp>
      <p:sp>
        <p:nvSpPr>
          <p:cNvPr id="4" name="Označba mesta besedila 3">
            <a:extLst>
              <a:ext uri="{FF2B5EF4-FFF2-40B4-BE49-F238E27FC236}">
                <a16:creationId xmlns:a16="http://schemas.microsoft.com/office/drawing/2014/main" id="{7195A413-B235-53DA-2D04-5D1A7E4AAE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Označba mesta datuma 4">
            <a:extLst>
              <a:ext uri="{FF2B5EF4-FFF2-40B4-BE49-F238E27FC236}">
                <a16:creationId xmlns:a16="http://schemas.microsoft.com/office/drawing/2014/main" id="{8C90B7B3-68B5-061B-D2D0-D24362842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A18C-5BDF-4B3C-BBD0-B2BEAF2FE83B}" type="datetimeFigureOut">
              <a:rPr lang="sl-SI" smtClean="0"/>
              <a:t>24. 11. 2025</a:t>
            </a:fld>
            <a:endParaRPr lang="sl-SI"/>
          </a:p>
        </p:txBody>
      </p:sp>
      <p:sp>
        <p:nvSpPr>
          <p:cNvPr id="6" name="Označba mesta noge 5">
            <a:extLst>
              <a:ext uri="{FF2B5EF4-FFF2-40B4-BE49-F238E27FC236}">
                <a16:creationId xmlns:a16="http://schemas.microsoft.com/office/drawing/2014/main" id="{908B6C53-7682-5E9D-4CC7-6BE0DF383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Označba mesta številke diapozitiva 6">
            <a:extLst>
              <a:ext uri="{FF2B5EF4-FFF2-40B4-BE49-F238E27FC236}">
                <a16:creationId xmlns:a16="http://schemas.microsoft.com/office/drawing/2014/main" id="{95E8E143-7B5D-3D42-3826-774E3F639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1BAD5-D9EE-478A-957F-3456C7EA66B1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045579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n navpično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A8BCED9C-35F7-309A-6C3B-DDC119B3B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navpičnega besedila 2">
            <a:extLst>
              <a:ext uri="{FF2B5EF4-FFF2-40B4-BE49-F238E27FC236}">
                <a16:creationId xmlns:a16="http://schemas.microsoft.com/office/drawing/2014/main" id="{BE9722BC-4A34-E844-A33E-E17784EC18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13317551-0006-90EE-C2B0-948BCA26B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A18C-5BDF-4B3C-BBD0-B2BEAF2FE83B}" type="datetimeFigureOut">
              <a:rPr lang="sl-SI" smtClean="0"/>
              <a:t>24. 11. 2025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BE3D1B30-917A-3A33-B225-2F419F817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0B22ADDF-4B10-0B00-B1CD-4DCEA9547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1BAD5-D9EE-478A-957F-3456C7EA66B1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708631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Navpični naslov in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pični naslov 1">
            <a:extLst>
              <a:ext uri="{FF2B5EF4-FFF2-40B4-BE49-F238E27FC236}">
                <a16:creationId xmlns:a16="http://schemas.microsoft.com/office/drawing/2014/main" id="{CCCCCA1E-F653-6FEE-777A-1CE0028814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navpičnega besedila 2">
            <a:extLst>
              <a:ext uri="{FF2B5EF4-FFF2-40B4-BE49-F238E27FC236}">
                <a16:creationId xmlns:a16="http://schemas.microsoft.com/office/drawing/2014/main" id="{4AD66E6A-7A6E-C7E9-6A18-202D2C5755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615FFD93-6508-1578-CC22-32A8AFB8E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A18C-5BDF-4B3C-BBD0-B2BEAF2FE83B}" type="datetimeFigureOut">
              <a:rPr lang="sl-SI" smtClean="0"/>
              <a:t>24. 11. 2025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C35C852E-990B-F8E3-1EED-21E6AF1BD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16F2D61A-BDAC-7B42-4E11-2221841CC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1BAD5-D9EE-478A-957F-3456C7EA66B1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620324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naslova 1">
            <a:extLst>
              <a:ext uri="{FF2B5EF4-FFF2-40B4-BE49-F238E27FC236}">
                <a16:creationId xmlns:a16="http://schemas.microsoft.com/office/drawing/2014/main" id="{36E91ACC-1A30-D118-4FCD-274CD53A6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0B4E60CA-038F-FB0A-C6B8-23BB150A85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9F49B0E4-5B14-490A-6DC8-B65AC77444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94A18C-5BDF-4B3C-BBD0-B2BEAF2FE83B}" type="datetimeFigureOut">
              <a:rPr lang="sl-SI" smtClean="0"/>
              <a:t>24. 11. 2025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D30F516E-0658-ED6C-EA7A-547F503F1D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E65ECDFF-33DB-8858-7447-CC03F9752A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31BAD5-D9EE-478A-957F-3456C7EA66B1}" type="slidenum">
              <a:rPr lang="sl-SI" smtClean="0"/>
              <a:t>‹#›</a:t>
            </a:fld>
            <a:endParaRPr lang="sl-SI"/>
          </a:p>
        </p:txBody>
      </p:sp>
      <p:sp>
        <p:nvSpPr>
          <p:cNvPr id="8" name="PoljeZBesedilom 7">
            <a:extLst>
              <a:ext uri="{FF2B5EF4-FFF2-40B4-BE49-F238E27FC236}">
                <a16:creationId xmlns:a16="http://schemas.microsoft.com/office/drawing/2014/main" id="{14BA49B6-434B-35B6-051D-1E0CE6CF476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925312" y="66725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sl-SI" sz="8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441682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l-S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FE4C510-2A4F-D6D4-4251-43DD70FF76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AF6CB7A5-43CF-CD88-766E-F35ADC6108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sl-SI"/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D3A2B3DB-11FE-A83A-5D2A-75EB3B5DA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140" y="620786"/>
            <a:ext cx="9929720" cy="5616427"/>
          </a:xfrm>
          <a:prstGeom prst="rect">
            <a:avLst/>
          </a:prstGeom>
        </p:spPr>
      </p:pic>
      <p:pic>
        <p:nvPicPr>
          <p:cNvPr id="6" name="Slika 5">
            <a:extLst>
              <a:ext uri="{FF2B5EF4-FFF2-40B4-BE49-F238E27FC236}">
                <a16:creationId xmlns:a16="http://schemas.microsoft.com/office/drawing/2014/main" id="{CC9DAA1F-9F1D-1085-A3EA-E140F5A5E6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455" t="12373" r="-1535" b="58146"/>
          <a:stretch/>
        </p:blipFill>
        <p:spPr>
          <a:xfrm>
            <a:off x="3758084" y="1396721"/>
            <a:ext cx="7455176" cy="165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499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A1364-34AD-89F5-7191-C8FAA5743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44CE24C3-F9DA-F126-4CD6-B3B237A6A8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1C400A28-9B4F-74D8-693C-E1CF39B9B4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sl-SI"/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279EAF95-F241-1B8E-BEC1-651D8FA830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455" t="12373" r="-1535" b="58146"/>
          <a:stretch/>
        </p:blipFill>
        <p:spPr>
          <a:xfrm>
            <a:off x="3443235" y="1024391"/>
            <a:ext cx="7455176" cy="1655762"/>
          </a:xfrm>
          <a:prstGeom prst="rect">
            <a:avLst/>
          </a:prstGeom>
        </p:spPr>
      </p:pic>
      <p:pic>
        <p:nvPicPr>
          <p:cNvPr id="4" name="Slika 3">
            <a:extLst>
              <a:ext uri="{FF2B5EF4-FFF2-40B4-BE49-F238E27FC236}">
                <a16:creationId xmlns:a16="http://schemas.microsoft.com/office/drawing/2014/main" id="{97D6603F-DFC4-6162-6E95-9DEA6ABCA8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455" t="12373" r="-1535" b="58146"/>
          <a:stretch/>
        </p:blipFill>
        <p:spPr>
          <a:xfrm>
            <a:off x="3443235" y="2680153"/>
            <a:ext cx="7455176" cy="1655762"/>
          </a:xfrm>
          <a:prstGeom prst="rect">
            <a:avLst/>
          </a:prstGeom>
        </p:spPr>
      </p:pic>
      <p:pic>
        <p:nvPicPr>
          <p:cNvPr id="7" name="Slika 6">
            <a:extLst>
              <a:ext uri="{FF2B5EF4-FFF2-40B4-BE49-F238E27FC236}">
                <a16:creationId xmlns:a16="http://schemas.microsoft.com/office/drawing/2014/main" id="{50FA990F-AC0E-8B10-8E7A-9F9E2116DE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455" t="12373" r="-1535" b="58146"/>
          <a:stretch/>
        </p:blipFill>
        <p:spPr>
          <a:xfrm>
            <a:off x="3443235" y="4343697"/>
            <a:ext cx="7455176" cy="1655762"/>
          </a:xfrm>
          <a:prstGeom prst="rect">
            <a:avLst/>
          </a:prstGeom>
        </p:spPr>
      </p:pic>
      <p:sp>
        <p:nvSpPr>
          <p:cNvPr id="8" name="Pravokotnik 7">
            <a:extLst>
              <a:ext uri="{FF2B5EF4-FFF2-40B4-BE49-F238E27FC236}">
                <a16:creationId xmlns:a16="http://schemas.microsoft.com/office/drawing/2014/main" id="{8F18C361-A0B2-0F11-D64D-F8227A43CA2C}"/>
              </a:ext>
            </a:extLst>
          </p:cNvPr>
          <p:cNvSpPr/>
          <p:nvPr/>
        </p:nvSpPr>
        <p:spPr>
          <a:xfrm>
            <a:off x="1524000" y="1024390"/>
            <a:ext cx="1922585" cy="498452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pic>
        <p:nvPicPr>
          <p:cNvPr id="11" name="Slika 10">
            <a:extLst>
              <a:ext uri="{FF2B5EF4-FFF2-40B4-BE49-F238E27FC236}">
                <a16:creationId xmlns:a16="http://schemas.microsoft.com/office/drawing/2014/main" id="{5F876AA8-167F-EBEC-339D-B3D9836F6C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2311" y="1122362"/>
            <a:ext cx="1165961" cy="853514"/>
          </a:xfrm>
          <a:prstGeom prst="rect">
            <a:avLst/>
          </a:prstGeom>
        </p:spPr>
      </p:pic>
      <p:sp>
        <p:nvSpPr>
          <p:cNvPr id="12" name="PoljeZBesedilom 11">
            <a:extLst>
              <a:ext uri="{FF2B5EF4-FFF2-40B4-BE49-F238E27FC236}">
                <a16:creationId xmlns:a16="http://schemas.microsoft.com/office/drawing/2014/main" id="{262BFFAE-55CB-F821-85D7-8E087D2E25FC}"/>
              </a:ext>
            </a:extLst>
          </p:cNvPr>
          <p:cNvSpPr txBox="1"/>
          <p:nvPr/>
        </p:nvSpPr>
        <p:spPr>
          <a:xfrm>
            <a:off x="1572446" y="1992997"/>
            <a:ext cx="18256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l-SI" sz="1600" b="1" dirty="0">
                <a:solidFill>
                  <a:schemeClr val="bg1"/>
                </a:solidFill>
              </a:rPr>
              <a:t>EU </a:t>
            </a:r>
            <a:r>
              <a:rPr lang="sl-SI" sz="1600" b="1" dirty="0" err="1">
                <a:solidFill>
                  <a:schemeClr val="bg1"/>
                </a:solidFill>
              </a:rPr>
              <a:t>sanctions</a:t>
            </a:r>
            <a:r>
              <a:rPr lang="sl-SI" sz="1600" b="1" dirty="0">
                <a:solidFill>
                  <a:schemeClr val="bg1"/>
                </a:solidFill>
              </a:rPr>
              <a:t> list</a:t>
            </a:r>
          </a:p>
        </p:txBody>
      </p:sp>
      <p:sp>
        <p:nvSpPr>
          <p:cNvPr id="14" name="PoljeZBesedilom 13">
            <a:extLst>
              <a:ext uri="{FF2B5EF4-FFF2-40B4-BE49-F238E27FC236}">
                <a16:creationId xmlns:a16="http://schemas.microsoft.com/office/drawing/2014/main" id="{ECB65350-FCDB-B960-DF73-84ED46E9E62C}"/>
              </a:ext>
            </a:extLst>
          </p:cNvPr>
          <p:cNvSpPr txBox="1"/>
          <p:nvPr/>
        </p:nvSpPr>
        <p:spPr>
          <a:xfrm>
            <a:off x="1631537" y="3675610"/>
            <a:ext cx="18256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l-SI" sz="1600" b="1" dirty="0">
                <a:solidFill>
                  <a:schemeClr val="bg1"/>
                </a:solidFill>
              </a:rPr>
              <a:t>UK </a:t>
            </a:r>
            <a:r>
              <a:rPr lang="sl-SI" sz="1600" b="1" dirty="0" err="1">
                <a:solidFill>
                  <a:schemeClr val="bg1"/>
                </a:solidFill>
              </a:rPr>
              <a:t>sanctions</a:t>
            </a:r>
            <a:r>
              <a:rPr lang="sl-SI" sz="1600" b="1" dirty="0">
                <a:solidFill>
                  <a:schemeClr val="bg1"/>
                </a:solidFill>
              </a:rPr>
              <a:t> list</a:t>
            </a:r>
          </a:p>
        </p:txBody>
      </p:sp>
      <p:sp>
        <p:nvSpPr>
          <p:cNvPr id="16" name="PoljeZBesedilom 15">
            <a:extLst>
              <a:ext uri="{FF2B5EF4-FFF2-40B4-BE49-F238E27FC236}">
                <a16:creationId xmlns:a16="http://schemas.microsoft.com/office/drawing/2014/main" id="{EB143B15-C865-2E29-88DF-98EE3ABF3301}"/>
              </a:ext>
            </a:extLst>
          </p:cNvPr>
          <p:cNvSpPr txBox="1"/>
          <p:nvPr/>
        </p:nvSpPr>
        <p:spPr>
          <a:xfrm>
            <a:off x="1606654" y="5414217"/>
            <a:ext cx="18256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l-SI" sz="1600" b="1" dirty="0">
                <a:solidFill>
                  <a:schemeClr val="bg1"/>
                </a:solidFill>
              </a:rPr>
              <a:t>US </a:t>
            </a:r>
            <a:r>
              <a:rPr lang="sl-SI" sz="1600" b="1" dirty="0" err="1">
                <a:solidFill>
                  <a:schemeClr val="bg1"/>
                </a:solidFill>
              </a:rPr>
              <a:t>sanctions</a:t>
            </a:r>
            <a:r>
              <a:rPr lang="sl-SI" sz="1600" b="1" dirty="0">
                <a:solidFill>
                  <a:schemeClr val="bg1"/>
                </a:solidFill>
              </a:rPr>
              <a:t> list</a:t>
            </a:r>
          </a:p>
        </p:txBody>
      </p:sp>
      <p:pic>
        <p:nvPicPr>
          <p:cNvPr id="18" name="Slika 17">
            <a:extLst>
              <a:ext uri="{FF2B5EF4-FFF2-40B4-BE49-F238E27FC236}">
                <a16:creationId xmlns:a16="http://schemas.microsoft.com/office/drawing/2014/main" id="{A6FBEC7C-76AE-80CE-B347-D9EB03EA78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0612" y="2991535"/>
            <a:ext cx="1013548" cy="708721"/>
          </a:xfrm>
          <a:prstGeom prst="rect">
            <a:avLst/>
          </a:prstGeom>
        </p:spPr>
      </p:pic>
      <p:pic>
        <p:nvPicPr>
          <p:cNvPr id="20" name="Slika 19">
            <a:extLst>
              <a:ext uri="{FF2B5EF4-FFF2-40B4-BE49-F238E27FC236}">
                <a16:creationId xmlns:a16="http://schemas.microsoft.com/office/drawing/2014/main" id="{66157B5D-660E-B502-A024-F3346876D9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2349" y="4602423"/>
            <a:ext cx="1204064" cy="65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271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ova tema">
  <a:themeElements>
    <a:clrScheme name="Pisarn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isarna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isarn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Širokozaslonsko</PresentationFormat>
  <Paragraphs>3</Paragraphs>
  <Slides>2</Slides>
  <Notes>0</Notes>
  <HiddenSlides>0</HiddenSlides>
  <MMClips>0</MMClips>
  <ScaleCrop>false</ScaleCrop>
  <HeadingPairs>
    <vt:vector size="6" baseType="variant">
      <vt:variant>
        <vt:lpstr>Uporabljene pisave</vt:lpstr>
      </vt:variant>
      <vt:variant>
        <vt:i4>3</vt:i4>
      </vt:variant>
      <vt:variant>
        <vt:lpstr>Tema</vt:lpstr>
      </vt:variant>
      <vt:variant>
        <vt:i4>1</vt:i4>
      </vt:variant>
      <vt:variant>
        <vt:lpstr>Naslovi diapozitivov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Officeova tema</vt:lpstr>
      <vt:lpstr>PowerPointova predstavitev</vt:lpstr>
      <vt:lpstr>PowerPointova predstavitev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Azman Slavko (PSLO - SI/Ljubljana)</dc:creator>
  <cp:lastModifiedBy>Azman Slavko (PSLO - SI/Ljubljana)</cp:lastModifiedBy>
  <cp:revision>1</cp:revision>
  <dcterms:created xsi:type="dcterms:W3CDTF">2025-11-24T12:38:36Z</dcterms:created>
  <dcterms:modified xsi:type="dcterms:W3CDTF">2025-12-02T08:09:00Z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3d67188-4396-4f49-b241-070cf408d0d1_Enabled">
    <vt:lpwstr>true</vt:lpwstr>
  </property>
  <property fmtid="{D5CDD505-2E9C-101B-9397-08002B2CF9AE}" pid="3" name="MSIP_Label_43d67188-4396-4f49-b241-070cf408d0d1_SetDate">
    <vt:lpwstr>2025-12-02T08:09:00Z</vt:lpwstr>
  </property>
  <property fmtid="{D5CDD505-2E9C-101B-9397-08002B2CF9AE}" pid="4" name="MSIP_Label_43d67188-4396-4f49-b241-070cf408d0d1_Method">
    <vt:lpwstr>Standard</vt:lpwstr>
  </property>
  <property fmtid="{D5CDD505-2E9C-101B-9397-08002B2CF9AE}" pid="5" name="MSIP_Label_43d67188-4396-4f49-b241-070cf408d0d1_Name">
    <vt:lpwstr>43d67188-4396-4f49-b241-070cf408d0d1</vt:lpwstr>
  </property>
  <property fmtid="{D5CDD505-2E9C-101B-9397-08002B2CF9AE}" pid="6" name="MSIP_Label_43d67188-4396-4f49-b241-070cf408d0d1_SiteId">
    <vt:lpwstr>0f6f68be-4ef2-465a-986b-eb9a250d9789</vt:lpwstr>
  </property>
  <property fmtid="{D5CDD505-2E9C-101B-9397-08002B2CF9AE}" pid="7" name="MSIP_Label_43d67188-4396-4f49-b241-070cf408d0d1_ActionId">
    <vt:lpwstr>bf88ee57-55ce-4e51-8578-fb155dc135d4</vt:lpwstr>
  </property>
  <property fmtid="{D5CDD505-2E9C-101B-9397-08002B2CF9AE}" pid="8" name="MSIP_Label_43d67188-4396-4f49-b241-070cf408d0d1_ContentBits">
    <vt:lpwstr>2</vt:lpwstr>
  </property>
  <property fmtid="{D5CDD505-2E9C-101B-9397-08002B2CF9AE}" pid="9" name="MSIP_Label_43d67188-4396-4f49-b241-070cf408d0d1_Tag">
    <vt:lpwstr>10, 3, 0, 1</vt:lpwstr>
  </property>
  <property fmtid="{D5CDD505-2E9C-101B-9397-08002B2CF9AE}" pid="10" name="ClassificationContentMarkingFooterLocations">
    <vt:lpwstr>Officeova tema:8</vt:lpwstr>
  </property>
  <property fmtid="{D5CDD505-2E9C-101B-9397-08002B2CF9AE}" pid="11" name="ClassificationContentMarkingFooterText">
    <vt:lpwstr>Internal</vt:lpwstr>
  </property>
</Properties>
</file>